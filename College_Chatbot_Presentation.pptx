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Artificial Intelligence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College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Chatbot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Using Core AI Techniques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65960" y="39776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3977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39776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977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39776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977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39776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977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35240" y="397764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3977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Supervisor |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10789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Help Desk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44475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staff unavailable outside office hours — students left without answers.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0" y="10789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44475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find fee, exam, hostel, and course details quickly.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88720" y="29992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36499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responses are inconsistent and sometimes incorrect.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📞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669280" y="29992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Queries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336499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spend time answering the same questions repeatedly.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4572000"/>
            <a:ext cx="6400800" cy="384048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5720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An Intelligent AI Chatbot available 24/7 for all college queries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Intelligent College Chatbot?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4023360"/>
          </a:xfrm>
          <a:prstGeom prst="roundRect">
            <a:avLst>
              <a:gd name="adj" fmla="val 340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rule-based +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AI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helps college students instantly get answers about: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Admissions &amp; Eligibility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Fees &amp; Scholarships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9809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Exam Schedules &amp; Results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33284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Faculty &amp; Departments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675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Hostel &amp; Library Info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College Events &amp; Notices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841248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84124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1316736"/>
            <a:ext cx="0" cy="16459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463040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4630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(Perceive)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1938528"/>
            <a:ext cx="0" cy="16459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084832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08483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Knowledge Base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2560320"/>
            <a:ext cx="0" cy="16459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706624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70662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&amp; Plan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3182112"/>
            <a:ext cx="0" cy="16459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328416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32841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&amp; Improve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3803904"/>
            <a:ext cx="0" cy="16459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3950208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95020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Delivered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Syllabus Modules Covered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87552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designed as a Goal-Based Agent with percepts, actions &amp; environment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987552"/>
            <a:ext cx="502920" cy="50292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87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10058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Algorithms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554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searches knowledge base; A* finds the shortest reasoning path to answers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987552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987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10058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554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rules store college info; Forward &amp; Backward Chaining infer answers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044952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0632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&amp; Hierarchical Planning sequences steps from query to response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304495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30632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Expert Sys.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classifies queries; RL improves with feedback; Expert System rules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044952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30632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 in Education (college) and Customer Service (helpdesk)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AI Algorithms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87552"/>
            <a:ext cx="1188720" cy="530352"/>
          </a:xfrm>
          <a:prstGeom prst="roundRect">
            <a:avLst>
              <a:gd name="adj" fmla="val 1206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8755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950976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Layer-by-layer search of knowledge base for simple queries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18888" y="987552"/>
            <a:ext cx="1188720" cy="530352"/>
          </a:xfrm>
          <a:prstGeom prst="roundRect">
            <a:avLst>
              <a:gd name="adj" fmla="val 1206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98755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950976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shortest reasoning path using f(n)=g(n)+h(n) heuristic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011680"/>
            <a:ext cx="1188720" cy="530352"/>
          </a:xfrm>
          <a:prstGeom prst="roundRect">
            <a:avLst>
              <a:gd name="adj" fmla="val 1206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01168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Chaining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1975104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answers from known facts using IF-THEN rules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828800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18888" y="2011680"/>
            <a:ext cx="1188720" cy="530352"/>
          </a:xfrm>
          <a:prstGeom prst="roundRect">
            <a:avLst>
              <a:gd name="adj" fmla="val 1206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201168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1975104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eligibility by working backwards from the goal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852928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035808"/>
            <a:ext cx="1188720" cy="530352"/>
          </a:xfrm>
          <a:prstGeom prst="roundRect">
            <a:avLst>
              <a:gd name="adj" fmla="val 1206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03580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91640" y="299923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user question type (fee/exam/hostel) instantly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852928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18888" y="3035808"/>
            <a:ext cx="1188720" cy="530352"/>
          </a:xfrm>
          <a:prstGeom prst="roundRect">
            <a:avLst>
              <a:gd name="adj" fmla="val 1206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03580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299923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improves accuracy from 👍/👎 user feedback over time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877056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4059936"/>
            <a:ext cx="1188720" cy="530352"/>
          </a:xfrm>
          <a:prstGeom prst="roundRect">
            <a:avLst>
              <a:gd name="adj" fmla="val 1206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05993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Satisfaction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91640" y="402336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timetable conflicts and scheduling queries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877056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18888" y="4059936"/>
            <a:ext cx="1188720" cy="530352"/>
          </a:xfrm>
          <a:prstGeom prst="roundRect">
            <a:avLst>
              <a:gd name="adj" fmla="val 1206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405993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 Rules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402336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IF-THEN knowledge engine for all college facts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005840" cy="91440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9601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types query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34440" y="1371600"/>
            <a:ext cx="9144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914400"/>
            <a:ext cx="1005840" cy="914400"/>
          </a:xfrm>
          <a:prstGeom prst="roundRect">
            <a:avLst>
              <a:gd name="adj" fmla="val 1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25880" y="9601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Interface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Perceive &amp; Act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31720" y="1371600"/>
            <a:ext cx="9144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914400"/>
            <a:ext cx="1005840" cy="91440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23160" y="9601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3172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Classify query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29000" y="1371600"/>
            <a:ext cx="9144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914400"/>
            <a:ext cx="1005840" cy="91440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20440" y="9601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BFS / A*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26280" y="1371600"/>
            <a:ext cx="9144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914400"/>
            <a:ext cx="1005840" cy="9144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9601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FOL Rules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23560" y="1371600"/>
            <a:ext cx="9144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914400"/>
            <a:ext cx="1005840" cy="9144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9601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Planner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2356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Plan steps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20840" y="1371600"/>
            <a:ext cx="9144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914400"/>
            <a:ext cx="1005840" cy="91440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12280" y="9601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Engine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RL update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818120" y="1371600"/>
            <a:ext cx="9144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09560" y="914400"/>
            <a:ext cx="1005840" cy="914400"/>
          </a:xfrm>
          <a:prstGeom prst="roundRect">
            <a:avLst>
              <a:gd name="adj" fmla="val 10000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909560" y="9601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User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18120" y="19202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Application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329184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2918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46120" y="329184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0369A1">
              <a:alpha val="12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32918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/ spaCy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26480" y="329184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32918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391363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91363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JSON KB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46120" y="391363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46120" y="391363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 UI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126480" y="391363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0E7490">
              <a:alpha val="12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91363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/ Web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Interaction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200400" cy="530352"/>
          </a:xfrm>
          <a:prstGeom prst="roundRect">
            <a:avLst>
              <a:gd name="adj" fmla="val 17241"/>
            </a:avLst>
          </a:prstGeom>
          <a:solidFill>
            <a:srgbClr val="E0F4F9"/>
          </a:solidFill>
          <a:ln w="12700">
            <a:solidFill>
              <a:srgbClr val="E0F4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859536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BTech fee?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0" y="1499616"/>
            <a:ext cx="5669280" cy="530352"/>
          </a:xfrm>
          <a:prstGeom prst="roundRect">
            <a:avLst>
              <a:gd name="adj" fmla="val 1724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10128" y="1536192"/>
            <a:ext cx="5449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BTech fee is ₹50,000 per year. Would you like scholarship info?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3200400" cy="530352"/>
          </a:xfrm>
          <a:prstGeom prst="roundRect">
            <a:avLst>
              <a:gd name="adj" fmla="val 17241"/>
            </a:avLst>
          </a:prstGeom>
          <a:solidFill>
            <a:srgbClr val="E0F4F9"/>
          </a:solidFill>
          <a:ln w="12700">
            <a:solidFill>
              <a:srgbClr val="E0F4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212848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eligible for hostel?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2852928"/>
            <a:ext cx="5669280" cy="530352"/>
          </a:xfrm>
          <a:prstGeom prst="roundRect">
            <a:avLst>
              <a:gd name="adj" fmla="val 1724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2889504"/>
            <a:ext cx="5449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chaining check: ✅ Enrolled ✅ Fees Paid ✅ Distance &gt; 50km → Yes, you are eligible!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529584"/>
            <a:ext cx="3200400" cy="530352"/>
          </a:xfrm>
          <a:prstGeom prst="roundRect">
            <a:avLst>
              <a:gd name="adj" fmla="val 17241"/>
            </a:avLst>
          </a:prstGeom>
          <a:solidFill>
            <a:srgbClr val="E0F4F9"/>
          </a:solidFill>
          <a:ln w="12700">
            <a:solidFill>
              <a:srgbClr val="E0F4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356616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the CS exam?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0" y="4206240"/>
            <a:ext cx="5669280" cy="530352"/>
          </a:xfrm>
          <a:prstGeom prst="roundRect">
            <a:avLst>
              <a:gd name="adj" fmla="val 1724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52928" y="4242816"/>
            <a:ext cx="5449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search result: CS Department exam is on Monday, July 10 at 9:00 AM.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40233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Covers all 6 syllabus modules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63347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algorithm = direct viva marks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327355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Showcases depth of AI knowledge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2011680" cy="40233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23160" y="1463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199339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Chatbots are in every major company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60320" y="263347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NLP + ML + Logic in one project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60320" y="327355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Highly sought skill in 2025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822960"/>
            <a:ext cx="2011680" cy="40233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0" y="1463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199339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deployment in our college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63347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admin workload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327355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24/7 student support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20840" y="822960"/>
            <a:ext cx="2011680" cy="40233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20840" y="914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720840" y="1463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199339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Combines Symbolic + Statistical AI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0" y="263347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Touches Neuro-Symbolic AI area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327355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Cutting-edge hybrid approach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&amp; Plan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13385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133856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804672"/>
            <a:ext cx="6903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8686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57400" y="1152144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review, system design, knowledge base structure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459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19751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0" y="1975104"/>
            <a:ext cx="27432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1645920"/>
            <a:ext cx="6903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57400" y="17099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57400" y="199339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search engine, FOL rules, agent interface in Python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4871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281635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0" y="2816352"/>
            <a:ext cx="27432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2487168"/>
            <a:ext cx="6903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057400" y="25511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57400" y="283464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Decision Tree, Expert System, Reinforcement Learning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328416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3284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365760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0" y="3657600"/>
            <a:ext cx="2743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3328416"/>
            <a:ext cx="6903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57400" y="33924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Integration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57400" y="367588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web interface, connect all modules, end-to-end testing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169664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1696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44988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645920" y="4498848"/>
            <a:ext cx="27432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20240" y="4169664"/>
            <a:ext cx="6903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057400" y="42336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Report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057400" y="4517136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testing, performance evaluation, project report writing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College Assistant Chatbot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210312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Covers all 6 AI syllabus modules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256032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Implements 8 core AI algorithms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301752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Real-world deployable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347472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entirely in Python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4206240"/>
            <a:ext cx="6400800" cy="594360"/>
          </a:xfrm>
          <a:prstGeom prst="roundRect">
            <a:avLst>
              <a:gd name="adj" fmla="val 15385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42062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Supervisor Approval — Awaiting Your Feedback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College Assistant Chatbot</dc:title>
  <dc:subject>PptxGenJS Presentation</dc:subject>
  <dc:creator>PptxGenJS</dc:creator>
  <cp:lastModifiedBy>PptxGenJS</cp:lastModifiedBy>
  <cp:revision>1</cp:revision>
  <dcterms:created xsi:type="dcterms:W3CDTF">2026-06-29T16:45:33Z</dcterms:created>
  <dcterms:modified xsi:type="dcterms:W3CDTF">2026-06-29T16:45:33Z</dcterms:modified>
</cp:coreProperties>
</file>